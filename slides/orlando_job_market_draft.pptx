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7FB"/>
                </a:solidFill>
              </a:defRPr>
            </a:pPr>
            <a:r>
              <a:t>Orlando Job Market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325880" cy="54864"/>
          </a:xfrm>
          <a:prstGeom prst="rect">
            <a:avLst/>
          </a:prstGeom>
          <a:solidFill>
            <a:srgbClr val="3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938528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600">
                <a:solidFill>
                  <a:srgbClr val="D7E1EC"/>
                </a:solidFill>
              </a:defRPr>
            </a:pPr>
            <a:r>
              <a:t>Project draft | Jooble REST API | Orlando, Florida</a:t>
            </a:r>
          </a:p>
          <a:p>
            <a:pPr>
              <a:spcAft>
                <a:spcPts val="2000"/>
              </a:spcAft>
              <a:defRPr sz="2600">
                <a:solidFill>
                  <a:srgbClr val="D7E1EC"/>
                </a:solidFill>
              </a:defRPr>
            </a:pPr>
            <a:r>
              <a:t>Data collection and findings 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B0BF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7FB"/>
                </a:solidFill>
              </a:defRPr>
            </a:pPr>
            <a:r>
              <a:t>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325880" cy="54864"/>
          </a:xfrm>
          <a:prstGeom prst="rect">
            <a:avLst/>
          </a:prstGeom>
          <a:solidFill>
            <a:srgbClr val="3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938528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Obtain a U.S. Jooble REST API key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Send POST requests for three search categories in Orlando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Parse JSON and remove duplicate job postings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Export to CSV and analyze the collected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B0BF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7FB"/>
                </a:solidFill>
              </a:defRPr>
            </a:pPr>
            <a:r>
              <a:t>Languages and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325880" cy="54864"/>
          </a:xfrm>
          <a:prstGeom prst="rect">
            <a:avLst/>
          </a:prstGeom>
          <a:solidFill>
            <a:srgbClr val="3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938528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Python — data collection and processing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Jooble REST API — external job posting data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Requests + python-dotenv — API calls and credentials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Pandas + Matplotlib — summaries and charts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GitHub — code and dataset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B0BF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7FB"/>
                </a:solidFill>
              </a:defRPr>
            </a:pPr>
            <a:r>
              <a:t>Technical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325880" cy="54864"/>
          </a:xfrm>
          <a:prstGeom prst="rect">
            <a:avLst/>
          </a:prstGeom>
          <a:solidFill>
            <a:srgbClr val="3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938528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API authentication and request formatting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Some postings may have missing salary information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Duplicate postings across searches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Keeping the sample small and within the API request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B0BF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7FB"/>
                </a:solidFill>
              </a:defRPr>
            </a:pPr>
            <a:r>
              <a:t>Successes and Disappointments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325880" cy="54864"/>
          </a:xfrm>
          <a:prstGeom prst="rect">
            <a:avLst/>
          </a:prstGeom>
          <a:solidFill>
            <a:srgbClr val="3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938528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Success: Prepared code for data collection and analysis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Success: Defined fields and data storage format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Pending: Verify number and quality of retrieved postings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Disappointment: Real insights cannot be claimed until data is collected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B0BF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7FB"/>
                </a:solidFill>
              </a:defRPr>
            </a:pPr>
            <a:r>
              <a:t>Project Do 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325880" cy="54864"/>
          </a:xfrm>
          <a:prstGeom prst="rect">
            <a:avLst/>
          </a:prstGeom>
          <a:solidFill>
            <a:srgbClr val="3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938528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Start with one API request in Postman or Python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Decide which fields and categories to study first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Check missing values before building visualizations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Document limitations from the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B0BF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7FB"/>
                </a:solidFill>
              </a:defRPr>
            </a:pPr>
            <a:r>
              <a:t>Results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325880" cy="54864"/>
          </a:xfrm>
          <a:prstGeom prst="rect">
            <a:avLst/>
          </a:prstGeom>
          <a:solidFill>
            <a:srgbClr val="3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938528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Run the collector with my Jooble API key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Upload the resulting CSV to GitHub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Inspect the sample and build charts</a:t>
            </a:r>
          </a:p>
          <a:p>
            <a:pPr>
              <a:spcAft>
                <a:spcPts val="2000"/>
              </a:spcAft>
              <a:defRPr sz="2300">
                <a:solidFill>
                  <a:srgbClr val="D7E1EC"/>
                </a:solidFill>
              </a:defRPr>
            </a:pPr>
            <a:r>
              <a:t>• Replace this slide with real counts and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B0BF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